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1" autoAdjust="0"/>
    <p:restoredTop sz="94660"/>
  </p:normalViewPr>
  <p:slideViewPr>
    <p:cSldViewPr>
      <p:cViewPr varScale="1">
        <p:scale>
          <a:sx n="78" d="100"/>
          <a:sy n="78" d="100"/>
        </p:scale>
        <p:origin x="150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LNR 16,34,35,38,39,41,45,55,63,64,65,72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NLR 45,38,34,16, 35,41,39,44,65,63,55,64,72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LRN 16,35,34,39,44,41,38,55,64,63,72,65,45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It is a height of 2. 38, 65 are on level 2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LNR ((48-(7%2))/24)*(18-(5*2))+12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LRN 48 7 2% -24 / 18 5 2 * -12 + *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39.167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EF1B9-FE24-BF88-36B8-42829AC4104F}"/>
              </a:ext>
            </a:extLst>
          </p:cNvPr>
          <p:cNvSpPr txBox="1"/>
          <p:nvPr/>
        </p:nvSpPr>
        <p:spPr>
          <a:xfrm>
            <a:off x="1485902" y="1783140"/>
            <a:ext cx="68579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  <a:p>
            <a:r>
              <a:rPr lang="en-US" sz="2000" dirty="0"/>
              <a:t>73</a:t>
            </a:r>
          </a:p>
          <a:p>
            <a:r>
              <a:rPr lang="en-US" sz="2000" dirty="0"/>
              <a:t>21</a:t>
            </a:r>
          </a:p>
          <a:p>
            <a:r>
              <a:rPr lang="en-US" sz="2000" dirty="0"/>
              <a:t>7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19</a:t>
            </a:r>
          </a:p>
          <a:p>
            <a:r>
              <a:rPr lang="en-US" sz="2000" dirty="0"/>
              <a:t>6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51</a:t>
            </a:r>
          </a:p>
          <a:p>
            <a:r>
              <a:rPr lang="en-US" sz="2000" dirty="0" err="1"/>
              <a:t>NullNull</a:t>
            </a:r>
            <a:endParaRPr lang="en-US" sz="2000" dirty="0"/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45</a:t>
            </a:r>
          </a:p>
          <a:p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00364-1F4E-997E-10C5-73B48C74A551}"/>
              </a:ext>
            </a:extLst>
          </p:cNvPr>
          <p:cNvSpPr txBox="1"/>
          <p:nvPr/>
        </p:nvSpPr>
        <p:spPr>
          <a:xfrm>
            <a:off x="3581400" y="1524001"/>
            <a:ext cx="2743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35</a:t>
            </a:r>
          </a:p>
          <a:p>
            <a:r>
              <a:rPr lang="en-US" dirty="0"/>
              <a:t>       20                   71</a:t>
            </a:r>
          </a:p>
          <a:p>
            <a:endParaRPr lang="en-US" dirty="0"/>
          </a:p>
          <a:p>
            <a:r>
              <a:rPr lang="en-US" dirty="0"/>
              <a:t>    40   52         63 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17  25    7            45  </a:t>
            </a:r>
          </a:p>
          <a:p>
            <a:endParaRPr lang="en-US" dirty="0"/>
          </a:p>
          <a:p>
            <a:pPr marL="342900" indent="-342900">
              <a:buAutoNum type="arabicPlain" startAt="20"/>
            </a:pPr>
            <a:endParaRPr lang="en-US" dirty="0"/>
          </a:p>
          <a:p>
            <a:pPr marL="342900" indent="-342900">
              <a:buAutoNum type="arabicPlain" startAt="20"/>
            </a:pPr>
            <a:endParaRPr lang="en-US" dirty="0"/>
          </a:p>
          <a:p>
            <a:pPr marL="342900" indent="-342900">
              <a:buAutoNum type="arabicPlain" startAt="20"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76FBD-08B7-E13C-2494-CD20E16A70B6}"/>
              </a:ext>
            </a:extLst>
          </p:cNvPr>
          <p:cNvCxnSpPr/>
          <p:nvPr/>
        </p:nvCxnSpPr>
        <p:spPr>
          <a:xfrm flipH="1">
            <a:off x="4419600" y="1828800"/>
            <a:ext cx="53340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C54A9A-9E6A-CE08-A053-6E1FB8B071F0}"/>
              </a:ext>
            </a:extLst>
          </p:cNvPr>
          <p:cNvCxnSpPr/>
          <p:nvPr/>
        </p:nvCxnSpPr>
        <p:spPr>
          <a:xfrm>
            <a:off x="5105400" y="1828800"/>
            <a:ext cx="457200" cy="152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E211F1-B1E3-11D4-86CE-95C7B6806694}"/>
              </a:ext>
            </a:extLst>
          </p:cNvPr>
          <p:cNvCxnSpPr/>
          <p:nvPr/>
        </p:nvCxnSpPr>
        <p:spPr>
          <a:xfrm flipH="1">
            <a:off x="4038600" y="2140675"/>
            <a:ext cx="152400" cy="3083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54E310-1C97-810F-BA38-44B49ECE63C4}"/>
              </a:ext>
            </a:extLst>
          </p:cNvPr>
          <p:cNvCxnSpPr/>
          <p:nvPr/>
        </p:nvCxnSpPr>
        <p:spPr>
          <a:xfrm>
            <a:off x="4267200" y="2140675"/>
            <a:ext cx="152400" cy="3083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CA4FAE-5240-66E2-DA4B-81C4C3AE57E2}"/>
              </a:ext>
            </a:extLst>
          </p:cNvPr>
          <p:cNvCxnSpPr/>
          <p:nvPr/>
        </p:nvCxnSpPr>
        <p:spPr>
          <a:xfrm flipH="1">
            <a:off x="5410200" y="2140675"/>
            <a:ext cx="228600" cy="3083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D9B4AF-BFB7-178F-38C2-829E87B8BE85}"/>
              </a:ext>
            </a:extLst>
          </p:cNvPr>
          <p:cNvCxnSpPr>
            <a:cxnSpLocks/>
          </p:cNvCxnSpPr>
          <p:nvPr/>
        </p:nvCxnSpPr>
        <p:spPr>
          <a:xfrm flipH="1">
            <a:off x="3886200" y="2667000"/>
            <a:ext cx="152400" cy="609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51C2E4-BA66-873A-1A9F-5BB87C6E7261}"/>
              </a:ext>
            </a:extLst>
          </p:cNvPr>
          <p:cNvCxnSpPr>
            <a:cxnSpLocks/>
          </p:cNvCxnSpPr>
          <p:nvPr/>
        </p:nvCxnSpPr>
        <p:spPr>
          <a:xfrm>
            <a:off x="4191000" y="2667000"/>
            <a:ext cx="76200" cy="609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6CA0AF-F2A0-05AB-BAD0-3CF01DB0F567}"/>
              </a:ext>
            </a:extLst>
          </p:cNvPr>
          <p:cNvCxnSpPr>
            <a:cxnSpLocks/>
          </p:cNvCxnSpPr>
          <p:nvPr/>
        </p:nvCxnSpPr>
        <p:spPr>
          <a:xfrm>
            <a:off x="4572000" y="2667000"/>
            <a:ext cx="76200" cy="609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C9ACC0-31B9-4EC7-4D4F-3CCDA52BA9EC}"/>
              </a:ext>
            </a:extLst>
          </p:cNvPr>
          <p:cNvCxnSpPr>
            <a:cxnSpLocks/>
          </p:cNvCxnSpPr>
          <p:nvPr/>
        </p:nvCxnSpPr>
        <p:spPr>
          <a:xfrm>
            <a:off x="5410200" y="2663462"/>
            <a:ext cx="228600" cy="613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402</Words>
  <Application>Microsoft Office PowerPoint</Application>
  <PresentationFormat>On-screen Show (4:3)</PresentationFormat>
  <Paragraphs>136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Tony Wu</cp:lastModifiedBy>
  <cp:revision>24</cp:revision>
  <cp:lastPrinted>2016-04-12T17:35:20Z</cp:lastPrinted>
  <dcterms:created xsi:type="dcterms:W3CDTF">2006-11-01T05:42:40Z</dcterms:created>
  <dcterms:modified xsi:type="dcterms:W3CDTF">2026-03-25T20:41:12Z</dcterms:modified>
</cp:coreProperties>
</file>