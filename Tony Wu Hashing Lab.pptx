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092" autoAdjust="0"/>
    <p:restoredTop sz="94660"/>
  </p:normalViewPr>
  <p:slideViewPr>
    <p:cSldViewPr snapToGrid="0">
      <p:cViewPr varScale="1">
        <p:scale>
          <a:sx n="51" d="100"/>
          <a:sy n="51" d="100"/>
        </p:scale>
        <p:origin x="62" y="6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	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109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158322" y="182038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89B92FA-A418-F4B4-F922-3EA94A7253B0}"/>
              </a:ext>
            </a:extLst>
          </p:cNvPr>
          <p:cNvSpPr/>
          <p:nvPr/>
        </p:nvSpPr>
        <p:spPr bwMode="auto">
          <a:xfrm>
            <a:off x="6377571" y="4118836"/>
            <a:ext cx="518160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109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597563-1367-9224-C780-BCD87597483C}"/>
              </a:ext>
            </a:extLst>
          </p:cNvPr>
          <p:cNvCxnSpPr/>
          <p:nvPr/>
        </p:nvCxnSpPr>
        <p:spPr bwMode="auto">
          <a:xfrm>
            <a:off x="6705231" y="4092132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ADD1BDD-89DC-9974-D2AF-F19C58083447}"/>
              </a:ext>
            </a:extLst>
          </p:cNvPr>
          <p:cNvSpPr/>
          <p:nvPr/>
        </p:nvSpPr>
        <p:spPr bwMode="auto">
          <a:xfrm>
            <a:off x="6507090" y="3857520"/>
            <a:ext cx="518160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138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CF3D68-7959-B68D-EB18-72338B9AE489}"/>
              </a:ext>
            </a:extLst>
          </p:cNvPr>
          <p:cNvCxnSpPr/>
          <p:nvPr/>
        </p:nvCxnSpPr>
        <p:spPr bwMode="auto">
          <a:xfrm>
            <a:off x="6834750" y="3857520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4D0F29B-168F-1604-6865-C16C777AA3F3}"/>
              </a:ext>
            </a:extLst>
          </p:cNvPr>
          <p:cNvSpPr/>
          <p:nvPr/>
        </p:nvSpPr>
        <p:spPr bwMode="auto">
          <a:xfrm>
            <a:off x="7306578" y="2639288"/>
            <a:ext cx="518160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13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8BCD13-392A-E6FD-70F6-05445324C0E9}"/>
              </a:ext>
            </a:extLst>
          </p:cNvPr>
          <p:cNvCxnSpPr/>
          <p:nvPr/>
        </p:nvCxnSpPr>
        <p:spPr bwMode="auto">
          <a:xfrm>
            <a:off x="7565658" y="2645169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D72F9-630F-6FEC-8E84-015ADCEA49F8}"/>
              </a:ext>
            </a:extLst>
          </p:cNvPr>
          <p:cNvSpPr/>
          <p:nvPr/>
        </p:nvSpPr>
        <p:spPr bwMode="auto">
          <a:xfrm>
            <a:off x="6521938" y="2016772"/>
            <a:ext cx="518160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10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CBA07-BEEA-0982-9405-E356B9AEFD50}"/>
              </a:ext>
            </a:extLst>
          </p:cNvPr>
          <p:cNvCxnSpPr/>
          <p:nvPr/>
        </p:nvCxnSpPr>
        <p:spPr bwMode="auto">
          <a:xfrm>
            <a:off x="6788374" y="2010845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535BB33-CFAA-B940-81FC-5FAFB506B8AE}"/>
              </a:ext>
            </a:extLst>
          </p:cNvPr>
          <p:cNvSpPr/>
          <p:nvPr/>
        </p:nvSpPr>
        <p:spPr bwMode="auto">
          <a:xfrm>
            <a:off x="6648482" y="2950968"/>
            <a:ext cx="518160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174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14B49E-55A1-0E90-1369-017DE764411F}"/>
              </a:ext>
            </a:extLst>
          </p:cNvPr>
          <p:cNvCxnSpPr/>
          <p:nvPr/>
        </p:nvCxnSpPr>
        <p:spPr bwMode="auto">
          <a:xfrm>
            <a:off x="7006232" y="2937133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A51005-12CA-4F1C-1973-C561AA01D86E}"/>
              </a:ext>
            </a:extLst>
          </p:cNvPr>
          <p:cNvSpPr/>
          <p:nvPr/>
        </p:nvSpPr>
        <p:spPr bwMode="auto">
          <a:xfrm>
            <a:off x="6650008" y="3613477"/>
            <a:ext cx="518160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27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4C87F7-E4D8-F1C5-3394-ACE73A1C6A8E}"/>
              </a:ext>
            </a:extLst>
          </p:cNvPr>
          <p:cNvCxnSpPr/>
          <p:nvPr/>
        </p:nvCxnSpPr>
        <p:spPr bwMode="auto">
          <a:xfrm>
            <a:off x="6903351" y="3613834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58FF71C-11A3-889C-D92C-76BFE5756368}"/>
              </a:ext>
            </a:extLst>
          </p:cNvPr>
          <p:cNvSpPr/>
          <p:nvPr/>
        </p:nvSpPr>
        <p:spPr bwMode="auto">
          <a:xfrm>
            <a:off x="6537591" y="2640874"/>
            <a:ext cx="518160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53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F050F0-1F2B-4957-E1E1-640C5C3FE558}"/>
              </a:ext>
            </a:extLst>
          </p:cNvPr>
          <p:cNvCxnSpPr/>
          <p:nvPr/>
        </p:nvCxnSpPr>
        <p:spPr bwMode="auto">
          <a:xfrm>
            <a:off x="6789030" y="2631268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A259C-5FCB-37B9-0076-B0EADDD45150}"/>
              </a:ext>
            </a:extLst>
          </p:cNvPr>
          <p:cNvSpPr/>
          <p:nvPr/>
        </p:nvSpPr>
        <p:spPr bwMode="auto">
          <a:xfrm>
            <a:off x="7299761" y="4130232"/>
            <a:ext cx="518160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49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CFA90C-C52F-A22F-8D06-C76475749416}"/>
              </a:ext>
            </a:extLst>
          </p:cNvPr>
          <p:cNvCxnSpPr/>
          <p:nvPr/>
        </p:nvCxnSpPr>
        <p:spPr bwMode="auto">
          <a:xfrm>
            <a:off x="7551200" y="4120626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2FA285D-D68D-C0A9-3374-3C418A3F197C}"/>
              </a:ext>
            </a:extLst>
          </p:cNvPr>
          <p:cNvSpPr/>
          <p:nvPr/>
        </p:nvSpPr>
        <p:spPr bwMode="auto">
          <a:xfrm>
            <a:off x="6361141" y="3373359"/>
            <a:ext cx="471055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26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35EA78-713E-2A94-B266-55E8E0F5A018}"/>
              </a:ext>
            </a:extLst>
          </p:cNvPr>
          <p:cNvCxnSpPr/>
          <p:nvPr/>
        </p:nvCxnSpPr>
        <p:spPr bwMode="auto">
          <a:xfrm>
            <a:off x="6589027" y="3363753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ACB8EFE-7C00-E513-E15A-B28C9B51A357}"/>
              </a:ext>
            </a:extLst>
          </p:cNvPr>
          <p:cNvSpPr/>
          <p:nvPr/>
        </p:nvSpPr>
        <p:spPr bwMode="auto">
          <a:xfrm>
            <a:off x="7390398" y="2951085"/>
            <a:ext cx="518160" cy="21531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24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B67F80-AF12-33FA-3BA8-4EF17989F798}"/>
              </a:ext>
            </a:extLst>
          </p:cNvPr>
          <p:cNvCxnSpPr/>
          <p:nvPr/>
        </p:nvCxnSpPr>
        <p:spPr bwMode="auto">
          <a:xfrm>
            <a:off x="7641837" y="2941479"/>
            <a:ext cx="0" cy="233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ABD5DC-17B0-C33F-9A46-C040474C0F6A}"/>
              </a:ext>
            </a:extLst>
          </p:cNvPr>
          <p:cNvCxnSpPr>
            <a:stCxn id="37" idx="3"/>
            <a:endCxn id="11" idx="1"/>
          </p:cNvCxnSpPr>
          <p:nvPr/>
        </p:nvCxnSpPr>
        <p:spPr bwMode="auto">
          <a:xfrm>
            <a:off x="6079452" y="2124222"/>
            <a:ext cx="442486" cy="2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54EA8B-E706-B61C-E9CF-CB7835AC595A}"/>
              </a:ext>
            </a:extLst>
          </p:cNvPr>
          <p:cNvCxnSpPr>
            <a:cxnSpLocks/>
            <a:stCxn id="40" idx="3"/>
            <a:endCxn id="17" idx="1"/>
          </p:cNvCxnSpPr>
          <p:nvPr/>
        </p:nvCxnSpPr>
        <p:spPr bwMode="auto">
          <a:xfrm flipV="1">
            <a:off x="6079452" y="2748529"/>
            <a:ext cx="458139" cy="642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E93BC0-807F-CC8B-FC22-22FF015C0D1F}"/>
              </a:ext>
            </a:extLst>
          </p:cNvPr>
          <p:cNvCxnSpPr>
            <a:stCxn id="17" idx="3"/>
            <a:endCxn id="9" idx="1"/>
          </p:cNvCxnSpPr>
          <p:nvPr/>
        </p:nvCxnSpPr>
        <p:spPr bwMode="auto">
          <a:xfrm flipV="1">
            <a:off x="7055751" y="2746943"/>
            <a:ext cx="250827" cy="1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A826E0A-868B-3AE4-7395-E49F9E396B8F}"/>
              </a:ext>
            </a:extLst>
          </p:cNvPr>
          <p:cNvCxnSpPr>
            <a:stCxn id="13" idx="3"/>
            <a:endCxn id="23" idx="1"/>
          </p:cNvCxnSpPr>
          <p:nvPr/>
        </p:nvCxnSpPr>
        <p:spPr bwMode="auto">
          <a:xfrm>
            <a:off x="7166642" y="3058623"/>
            <a:ext cx="223756" cy="1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75E3C71-BA13-093E-EFE1-51B7F95C4A1D}"/>
              </a:ext>
            </a:extLst>
          </p:cNvPr>
          <p:cNvCxnSpPr>
            <a:stCxn id="43" idx="3"/>
            <a:endCxn id="21" idx="1"/>
          </p:cNvCxnSpPr>
          <p:nvPr/>
        </p:nvCxnSpPr>
        <p:spPr bwMode="auto">
          <a:xfrm flipV="1">
            <a:off x="6079450" y="3481014"/>
            <a:ext cx="281691" cy="202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0B66D16-0D6C-A032-2F42-97C9759B23B8}"/>
              </a:ext>
            </a:extLst>
          </p:cNvPr>
          <p:cNvCxnSpPr>
            <a:cxnSpLocks/>
            <a:stCxn id="44" idx="3"/>
            <a:endCxn id="15" idx="1"/>
          </p:cNvCxnSpPr>
          <p:nvPr/>
        </p:nvCxnSpPr>
        <p:spPr bwMode="auto">
          <a:xfrm flipV="1">
            <a:off x="6079452" y="3721132"/>
            <a:ext cx="570556" cy="9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A7B053D-49CD-A66A-C6F4-D0F1A9A9E5A8}"/>
              </a:ext>
            </a:extLst>
          </p:cNvPr>
          <p:cNvCxnSpPr>
            <a:cxnSpLocks/>
            <a:stCxn id="45" idx="3"/>
            <a:endCxn id="6" idx="1"/>
          </p:cNvCxnSpPr>
          <p:nvPr/>
        </p:nvCxnSpPr>
        <p:spPr bwMode="auto">
          <a:xfrm>
            <a:off x="6079452" y="3960305"/>
            <a:ext cx="427638" cy="48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0B6E8A9-FCBE-E9FF-DA34-6387322204D4}"/>
              </a:ext>
            </a:extLst>
          </p:cNvPr>
          <p:cNvCxnSpPr>
            <a:stCxn id="46" idx="3"/>
            <a:endCxn id="3" idx="1"/>
          </p:cNvCxnSpPr>
          <p:nvPr/>
        </p:nvCxnSpPr>
        <p:spPr bwMode="auto">
          <a:xfrm>
            <a:off x="6079452" y="4189816"/>
            <a:ext cx="298119" cy="366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C42CFCD-CDB1-B5E6-5EC7-E54359B548C0}"/>
              </a:ext>
            </a:extLst>
          </p:cNvPr>
          <p:cNvCxnSpPr>
            <a:stCxn id="3" idx="3"/>
            <a:endCxn id="19" idx="1"/>
          </p:cNvCxnSpPr>
          <p:nvPr/>
        </p:nvCxnSpPr>
        <p:spPr bwMode="auto">
          <a:xfrm>
            <a:off x="6895731" y="4226491"/>
            <a:ext cx="404030" cy="113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62AEAC3-E293-DEDD-3365-38241D7117EE}"/>
              </a:ext>
            </a:extLst>
          </p:cNvPr>
          <p:cNvCxnSpPr>
            <a:stCxn id="41" idx="3"/>
            <a:endCxn id="13" idx="1"/>
          </p:cNvCxnSpPr>
          <p:nvPr/>
        </p:nvCxnSpPr>
        <p:spPr bwMode="auto">
          <a:xfrm>
            <a:off x="6079452" y="3042264"/>
            <a:ext cx="569030" cy="163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6" y="2805113"/>
            <a:ext cx="79311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1" y="4287838"/>
            <a:ext cx="1143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7" y="5287055"/>
            <a:ext cx="11250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AB61D-8E4E-9717-1CFB-A9AF830A5759}"/>
              </a:ext>
            </a:extLst>
          </p:cNvPr>
          <p:cNvSpPr txBox="1"/>
          <p:nvPr/>
        </p:nvSpPr>
        <p:spPr>
          <a:xfrm>
            <a:off x="3200400" y="2743200"/>
            <a:ext cx="2887661" cy="468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2                 1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6FBBC-BFDE-0CE8-0ACF-A5B5E0510882}"/>
              </a:ext>
            </a:extLst>
          </p:cNvPr>
          <p:cNvSpPr txBox="1"/>
          <p:nvPr/>
        </p:nvSpPr>
        <p:spPr>
          <a:xfrm>
            <a:off x="3200400" y="3200400"/>
            <a:ext cx="2887662" cy="477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60D7-627E-3A54-77EC-E02C798FAAA4}"/>
              </a:ext>
            </a:extLst>
          </p:cNvPr>
          <p:cNvSpPr txBox="1"/>
          <p:nvPr/>
        </p:nvSpPr>
        <p:spPr>
          <a:xfrm>
            <a:off x="3200400" y="3636110"/>
            <a:ext cx="290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1                 1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D3778-0630-E975-EA1A-835636877FA1}"/>
              </a:ext>
            </a:extLst>
          </p:cNvPr>
          <p:cNvSpPr txBox="1"/>
          <p:nvPr/>
        </p:nvSpPr>
        <p:spPr>
          <a:xfrm>
            <a:off x="3200400" y="4191001"/>
            <a:ext cx="290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2                 2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27A0B-FAF6-255C-70FD-8E48C0EC8E5F}"/>
              </a:ext>
            </a:extLst>
          </p:cNvPr>
          <p:cNvSpPr txBox="1"/>
          <p:nvPr/>
        </p:nvSpPr>
        <p:spPr>
          <a:xfrm>
            <a:off x="3200400" y="4648201"/>
            <a:ext cx="2946932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2                 1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3CF66D-CF01-8BBC-6677-E1D09BFD7E20}"/>
              </a:ext>
            </a:extLst>
          </p:cNvPr>
          <p:cNvSpPr txBox="1"/>
          <p:nvPr/>
        </p:nvSpPr>
        <p:spPr>
          <a:xfrm>
            <a:off x="3200400" y="5181600"/>
            <a:ext cx="2887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4                  1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254</Words>
  <Application>Microsoft Office PowerPoint</Application>
  <PresentationFormat>On-screen Show (4:3)</PresentationFormat>
  <Paragraphs>88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Tony Wu</cp:lastModifiedBy>
  <cp:revision>58</cp:revision>
  <cp:lastPrinted>2015-10-07T21:36:22Z</cp:lastPrinted>
  <dcterms:created xsi:type="dcterms:W3CDTF">2003-12-08T11:02:30Z</dcterms:created>
  <dcterms:modified xsi:type="dcterms:W3CDTF">2026-03-15T00:46:49Z</dcterms:modified>
</cp:coreProperties>
</file>